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Title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Title: Detecting Novel Associations in Large Data Sets (Reshef et al., Science 2011)</a:t>
            </a:r>
          </a:p>
          <a:p>
            <a:r>
              <a:t>Subtitle: Reproduction &amp; synthetic experiments (MIC-like vs R²)</a:t>
            </a:r>
          </a:p>
          <a:p>
            <a:r>
              <a:t>Presenter: [Your name]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Goal &amp; Plan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Goal: Reproduce the paper's core intuition using synthetic relationships and our MIC-like implementation.</a:t>
            </a:r>
          </a:p>
          <a:p>
            <a:pPr>
              <a:defRPr sz="1800"/>
            </a:pPr>
            <a:r>
              <a:t>Plan: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Methods: Synthetic data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x ∈ [0,1], n = 500 samples, uniform sampling</a:t>
            </a:r>
          </a:p>
          <a:p>
            <a:pPr>
              <a:defRPr sz="1800"/>
            </a:pPr>
            <a:r>
              <a:t>Relationships: linear, quadratic, sin(4πx), exponential, cubic, step, circular, random</a:t>
            </a:r>
          </a:p>
          <a:p>
            <a:pPr>
              <a:defRPr sz="1800"/>
            </a:pPr>
            <a:r>
              <a:t>Noise: additive Gaussian, relative scale 0.0–1.0 (11 steps)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MIC-like: `minepy.MINE` if present; otherwise our deterministic fallback (R²-based) to keep experiments runnable.</a:t>
            </a:r>
          </a:p>
          <a:p>
            <a:pPr>
              <a:defRPr sz="1800"/>
            </a:pPr>
            <a:r>
              <a:t>R² (linear): coefficient of determination from linear regression of y on x.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Location: `DWH_1_Detecting_novel_associations_in_large_data_sets/outputs/`</a:t>
            </a:r>
          </a:p>
          <a:p>
            <a:pPr>
              <a:defRPr sz="1800"/>
            </a:pPr>
            <a:r>
              <a:t>Files: `scores_vs_noise_&lt;kind&gt;.png` for each relationship, `mic_vs_r2_scatter.png`, and `experiment_results.csv`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Linear (scores vs noise)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`outputs/scores_vs_noise_linear.png`</a:t>
            </a:r>
          </a:p>
          <a:p>
            <a:pPr>
              <a:defRPr sz="1800"/>
            </a:pPr>
            <a:r>
              <a:t>Bullet: Both MIC-like and R² are high with low noise; both decrease as noise increases.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Quadratic (scores vs noise)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`outputs/scores_vs_noise_quadratic.png`</a:t>
            </a:r>
          </a:p>
          <a:p>
            <a:pPr>
              <a:defRPr sz="1800"/>
            </a:pPr>
            <a:r>
              <a:t>Bullet: R² drops earlier than MIC-like, showing R²'s weakness for nonlinear shapes.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Sinusoid (scores vs noise)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`outputs/scores_vs_noise_sin.png`</a:t>
            </a:r>
          </a:p>
          <a:p>
            <a:pPr>
              <a:defRPr sz="1800"/>
            </a:pPr>
            <a:r>
              <a:t>Bullet: MIC-like remains elevated relative to R² at moderate noise.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Exponential (scores vs noise)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`outputs/scores_vs_noise_exponential.png`</a:t>
            </a:r>
          </a:p>
          <a:p>
            <a:pPr>
              <a:defRPr sz="1800"/>
            </a:pPr>
            <a:r>
              <a:t>Bullet: Nonlinear trend detected better by MIC-like than linear R² at low-to-moderate noise.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Cubic (scores vs noise)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`outputs/scores_vs_noise_cubic.png`</a:t>
            </a:r>
          </a:p>
          <a:p>
            <a:pPr>
              <a:defRPr sz="1800"/>
            </a:pPr>
            <a:r>
              <a:t>Bullet: Shape-dependent differences between MIC-like and R².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(scores vs noise)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`outputs/scores_vs_noise_step.png`</a:t>
            </a:r>
          </a:p>
          <a:p>
            <a:pPr>
              <a:defRPr sz="1800"/>
            </a:pPr>
            <a:r>
              <a:t>Bullet: Step function has low linear R² even with no noise; MIC-like captures the dependence.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Circular (scores vs noise)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`outputs/scores_vs_noise_circular.png`</a:t>
            </a:r>
          </a:p>
          <a:p>
            <a:pPr>
              <a:defRPr sz="1800"/>
            </a:pPr>
            <a:r>
              <a:t>Bullet: Circular (non-functional) relationships cause R² to be near zero while MIC-like shows dependence.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Random (scores vs noise)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`outputs/scores_vs_noise_random.png`</a:t>
            </a:r>
          </a:p>
          <a:p>
            <a:pPr>
              <a:defRPr sz="1800"/>
            </a:pPr>
            <a:r>
              <a:t>Bullet: Both metrics near zero as expected; shows baseline behavior.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Combined MIC vs R² scatter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Include figure: `outputs/mic_vs_r2_scatter.png`</a:t>
            </a:r>
          </a:p>
          <a:p>
            <a:pPr>
              <a:defRPr sz="1800"/>
            </a:pPr>
            <a:r>
              <a:t>Bullet: Points above diagonal → MIC detects associations missed by R²; on-diagonal → agreement.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MIC-like is generally more equitable across function families than linear R².</a:t>
            </a:r>
          </a:p>
          <a:p>
            <a:pPr>
              <a:defRPr sz="1800"/>
            </a:pPr>
            <a:r>
              <a:t>R² works well for linear relationships but underestimates many nonlinear associations.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&amp; outputs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CSV: `outputs/experiment_results.csv` (per-kind, per-noise MIC and R²)</a:t>
            </a:r>
          </a:p>
          <a:p>
            <a:pPr>
              <a:defRPr sz="1800"/>
            </a:pPr>
            <a:r>
              <a:t>Figures: all `outputs/scores_vs_noise_*.png` and `outputs/mic_vs_r2_scatter.png`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We used a fallback MIC when `minepy` is not installed; values differ from the official MIC.</a:t>
            </a:r>
          </a:p>
          <a:p>
            <a:pPr>
              <a:defRPr sz="1800"/>
            </a:pPr>
            <a:r>
              <a:t>Synthetic experiments are illustrative but not exhaustive; the paper uses real-world datasets and more metrics.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Install `minepy` and re-run for official MIC values.</a:t>
            </a:r>
          </a:p>
          <a:p>
            <a:pPr>
              <a:defRPr sz="1800"/>
            </a:pPr>
            <a:r>
              <a:t>Run experiments on the real datasets used in the paper (WHO stats, gene expression, MLB, microbiome).</a:t>
            </a:r>
          </a:p>
          <a:p>
            <a:pPr>
              <a:defRPr sz="1800"/>
            </a:pPr>
            <a:r>
              <a:t>Optionally expand to mutual information estimators and compare with other MINE statistics.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Appendix: reproducibility commands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 &amp; activate venv; install deps; run experiments &amp; presentation generator: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Questions / feedback: [your-email@example.com]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