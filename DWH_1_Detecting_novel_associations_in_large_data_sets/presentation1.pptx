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3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93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347396"/>
            <a:ext cx="6621332" cy="3515060"/>
          </a:xfrm>
        </p:spPr>
        <p:txBody>
          <a:bodyPr>
            <a:normAutofit fontScale="62500" lnSpcReduction="20000"/>
          </a:bodyPr>
          <a:lstStyle/>
          <a:p>
            <a:r>
              <a:rPr sz="5700" b="1" dirty="0"/>
              <a:t>Detecting Novel Associations in Large Data Sets (</a:t>
            </a:r>
            <a:r>
              <a:rPr sz="5700" b="1" dirty="0" err="1"/>
              <a:t>Reshef</a:t>
            </a:r>
            <a:r>
              <a:rPr sz="5700" b="1" dirty="0"/>
              <a:t> et al., Science 2011)</a:t>
            </a:r>
          </a:p>
          <a:p>
            <a:r>
              <a:rPr dirty="0"/>
              <a:t>Reproduction &amp; synthetic experiments (MIC-like vs R²)</a:t>
            </a:r>
          </a:p>
          <a:p>
            <a:endParaRPr lang="en-US" dirty="0"/>
          </a:p>
          <a:p>
            <a:pPr algn="r"/>
            <a:r>
              <a:rPr dirty="0"/>
              <a:t>Presenter: </a:t>
            </a:r>
            <a:r>
              <a:rPr lang="en-US" dirty="0"/>
              <a:t>Kuranov Grigory 1820259061</a:t>
            </a:r>
            <a:endParaRPr dirty="0"/>
          </a:p>
          <a:p>
            <a:pPr algn="r"/>
            <a:r>
              <a:rPr dirty="0" err="1"/>
              <a:t>Reshef</a:t>
            </a:r>
            <a:r>
              <a:rPr dirty="0"/>
              <a:t> et al. proposed the Maximal Information Coefficient (MIC) to detect a wide range of associations between two variables and to be equitable across functional forms.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 &amp;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Goal: Reproduce key experimental intuition of the paper on synthetic relationships.</a:t>
            </a:r>
          </a:p>
          <a:p>
            <a:pPr>
              <a:defRPr sz="1800"/>
            </a:pPr>
            <a:r>
              <a:rPr dirty="0"/>
              <a:t>Plan:</a:t>
            </a:r>
          </a:p>
          <a:p>
            <a:pPr>
              <a:defRPr sz="1800"/>
            </a:pPr>
            <a:r>
              <a:rPr dirty="0"/>
              <a:t>We use an MIC wrapper: if `</a:t>
            </a:r>
            <a:r>
              <a:rPr dirty="0" err="1"/>
              <a:t>minepy</a:t>
            </a:r>
            <a:r>
              <a:rPr dirty="0"/>
              <a:t>` is installed, the real MIC is used; otherwise a robust R²-based fallback is used so experiments remain runnable.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 (Data)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Dataset: Synthetic pairs (x, y) with x in [0,1], n=500 samples.</a:t>
            </a:r>
          </a:p>
          <a:p>
            <a:pPr>
              <a:defRPr sz="1800"/>
            </a:pPr>
            <a:r>
              <a:t>Relationship families: linear, quadratic, sin(4πx), exponential, cubic, step, circular, random.</a:t>
            </a:r>
          </a:p>
          <a:p>
            <a:pPr>
              <a:defRPr sz="1800"/>
            </a:pPr>
            <a:r>
              <a:t>Noise: relative noise scale from 0.0 to 1.0 (11 steps).</a:t>
            </a:r>
          </a:p>
          <a:p>
            <a:pPr>
              <a:defRPr sz="1800"/>
            </a:pPr>
            <a:r>
              <a:t>The noise model is additive Gaussian noise scaled relative to the signal std.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 (Metrics)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MIC-like score: computed by `minepy.MINE` if available; else fallback returns R² of linear fit as a conservative proxy.</a:t>
            </a:r>
          </a:p>
          <a:p>
            <a:pPr>
              <a:defRPr sz="1800"/>
            </a:pPr>
            <a:r>
              <a:t>R² (linear): coefficient of determination for a simple linear regression of y on x.</a:t>
            </a:r>
          </a:p>
          <a:p>
            <a:pPr>
              <a:defRPr sz="1800"/>
            </a:pPr>
            <a:r>
              <a:t>The original paper compares MIC to Pearson R² and mutual information estimates; our reproduction focuses on MIC vs R² to demonstrate equitability.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results: Linear 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Include figure: `outputs/scores_vs_noise_linear.png`</a:t>
            </a:r>
          </a:p>
          <a:p>
            <a:pPr>
              <a:defRPr sz="1800"/>
            </a:pPr>
            <a:r>
              <a:t>Bullet: MIC and R² remain high at low noise; R² drops as noise increases.</a:t>
            </a:r>
          </a:p>
          <a:p>
            <a:pPr>
              <a:defRPr sz="1800"/>
            </a:pPr>
            <a:r>
              <a:t>Discuss how linear relationships give strong R² and MIC; equitability claim focuses on MIC being similarly high across different functional forms.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results: Nonlinear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Include figures: `outputs/scores_vs_noise_sin.png`, `outputs/scores_vs_noise_quadratic.png`</a:t>
            </a:r>
          </a:p>
          <a:p>
            <a:pPr>
              <a:defRPr sz="1800"/>
            </a:pPr>
            <a:r>
              <a:t>Bullet: R² often underestimates strength for nonlinear forms while MIC-like stays relatively higher.</a:t>
            </a:r>
          </a:p>
          <a:p>
            <a:pPr>
              <a:defRPr sz="1800"/>
            </a:pPr>
            <a:r>
              <a:t>Highlight cases (sinusoid, step) where R² is low even when the relationship is strong, illustrating MIC's advantage.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 vs R² scatter (combined)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Include figure: `outputs/mic_vs_r2_scatter.png`</a:t>
            </a:r>
          </a:p>
          <a:p>
            <a:pPr>
              <a:defRPr sz="1800"/>
            </a:pPr>
            <a:r>
              <a:t>Bullet: Points along diagonal indicate agreement; points above diagonal show MIC detects associations missed by R².</a:t>
            </a:r>
          </a:p>
          <a:p>
            <a:pPr>
              <a:defRPr sz="1800"/>
            </a:pPr>
            <a:r>
              <a:t>Explain how each point corresponds to a particular relationship+noise; explain legend mapping to relationship types.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We used a fallback when `minepy` is not installed; behavior differs from original MIC when fallback is used.</a:t>
            </a:r>
          </a:p>
          <a:p>
            <a:pPr>
              <a:defRPr sz="1800"/>
            </a:pPr>
            <a:r>
              <a:t>Real datasets (paper) used mutual information estimators and more extensive evaluation.</a:t>
            </a:r>
          </a:p>
          <a:p>
            <a:pPr>
              <a:defRPr sz="1800"/>
            </a:pPr>
            <a:r>
              <a:t>Acknowledge that a full reproduction needs the `minepy` implementation and the real datasets; our demo shows the core intuition on synthetic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Install `minepy` to compute official MIC and re-run experiments.</a:t>
            </a:r>
          </a:p>
          <a:p>
            <a:pPr>
              <a:defRPr sz="1800"/>
            </a:pPr>
            <a:r>
              <a:t>Apply experiments to real datasets (WHO health, gene expression, MLB stats, gut microbiome) used in the paper.</a:t>
            </a:r>
          </a:p>
          <a:p>
            <a:pPr>
              <a:defRPr sz="1800"/>
            </a:pPr>
            <a:r>
              <a:t>Produce formal PPTX using `python-pptx` including the generated figures.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Create venv, install deps, run experiments:</a:t>
            </a:r>
          </a:p>
          <a:p>
            <a:pPr>
              <a:defRPr sz="1800"/>
            </a:pPr>
            <a:r>
              <a:t>Provide this to reproducibility-minded audience members.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576</Words>
  <Application>Microsoft Macintosh PowerPoint</Application>
  <PresentationFormat>Экран (4:3)</PresentationFormat>
  <Paragraphs>41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Презентация PowerPoint</vt:lpstr>
      <vt:lpstr>Goal &amp; Plan</vt:lpstr>
      <vt:lpstr>Methods (Data)</vt:lpstr>
      <vt:lpstr>Methods (Metrics)</vt:lpstr>
      <vt:lpstr>Example results: Linear relationship</vt:lpstr>
      <vt:lpstr>Example results: Nonlinear relationships</vt:lpstr>
      <vt:lpstr>MIC vs R² scatter (combined)</vt:lpstr>
      <vt:lpstr>Limitations &amp; notes</vt:lpstr>
      <vt:lpstr>Next steps</vt:lpstr>
      <vt:lpstr>Appendix: Commands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kgrigor2016@gmail.com</cp:lastModifiedBy>
  <cp:revision>2</cp:revision>
  <dcterms:created xsi:type="dcterms:W3CDTF">2013-01-27T09:14:16Z</dcterms:created>
  <dcterms:modified xsi:type="dcterms:W3CDTF">2025-11-06T12:03:20Z</dcterms:modified>
  <cp:category/>
</cp:coreProperties>
</file>